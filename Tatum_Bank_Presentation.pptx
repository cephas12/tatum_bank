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1" d="100"/>
          <a:sy n="51" d="100"/>
        </p:scale>
        <p:origin x="1232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AB913-94B9-496C-9424-68F90588AF6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0817-17AE-4068-8CDC-6652498FB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0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module is a self-contained flow. The dashboard is the central hub with bottom nav: Home, Activity, Support, Inbox,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Figma overview showing all 6 modules and every screen in the mobile app. Yellow = brand accent, navy = primary text/UI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builds: flutter run on Android (debug) or iOS simulator. The app connects to tatumconnect-backend.onrender.com — ensure device has internet. Offline: the app shows NetworkException toast.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Tatum Bank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Figma Design to Flutter &amp; Dart — Building a Mobile Banking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Translating a detailed Figma mobile design into production-ready Flutter &amp; Dart code</a:t>
            </a:r>
          </a:p>
          <a:p>
            <a:r>
              <a:t>26 screens across 6 feature modules to implement</a:t>
            </a:r>
          </a:p>
          <a:p>
            <a:r>
              <a:t>Matching pixel-perfect Figma layouts with Flutter widgets</a:t>
            </a:r>
          </a:p>
          <a:p>
            <a:r>
              <a:t>Integrating with a live REST API (Tatum Connect Backend)</a:t>
            </a:r>
          </a:p>
          <a:p>
            <a:r>
              <a:t>Managing authentication state across login, OTP, registration, and biometric flows</a:t>
            </a:r>
          </a:p>
          <a:p>
            <a:r>
              <a:t>Delivering a consistent brand experience: yellow (#FFC727) + navy (#0B192C) design system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Tatum Bank — Figma to Flutter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Figma Mobile App — Full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Module 1 — Authentication &amp; User Access (10 screens)</a:t>
            </a:r>
          </a:p>
          <a:p>
            <a:r>
              <a:t>Landing / Get Started → Sign In → Register → Phone OTP → Email OTP → Biometric Setup → Permissions → Welcome → Security Setup → Account Created</a:t>
            </a:r>
          </a:p>
          <a:p>
            <a:r>
              <a:rPr b="1"/>
              <a:t>Module 2 — Operations Dashboard (3 screens)</a:t>
            </a:r>
          </a:p>
          <a:p>
            <a:r>
              <a:t>Home Dashboard → Account Detail → Spending Analytics</a:t>
            </a:r>
          </a:p>
          <a:p>
            <a:r>
              <a:rPr b="1"/>
              <a:t>Module 3 — Transactions / Buy Airtime (4 screens)</a:t>
            </a:r>
          </a:p>
          <a:p>
            <a:r>
              <a:t>Airtime Selection → Confirmation → Payment Method → Success</a:t>
            </a:r>
          </a:p>
          <a:p>
            <a:r>
              <a:rPr b="1"/>
              <a:t>Module 3a — Transaction History (3 screens)</a:t>
            </a:r>
          </a:p>
          <a:p>
            <a:r>
              <a:t>Full History → Transaction Detail → Filtered View</a:t>
            </a:r>
          </a:p>
          <a:p>
            <a:r>
              <a:rPr b="1"/>
              <a:t>Module 4 — Customer Service (2 screens)</a:t>
            </a:r>
          </a:p>
          <a:p>
            <a:r>
              <a:t>Support Home → Live Chat</a:t>
            </a:r>
          </a:p>
          <a:p>
            <a:r>
              <a:rPr b="1"/>
              <a:t>Module 5 — Notifications &amp; Profile (4 screens)</a:t>
            </a:r>
          </a:p>
          <a:p>
            <a:r>
              <a:t>Notifications List → Notification Detail → Profile →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902f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391" y="512255"/>
            <a:ext cx="5285983" cy="56568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Architecture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0B192C"/>
                </a:solidFill>
              </a:rPr>
              <a:t>A. Layout (UI Layer)</a:t>
            </a:r>
          </a:p>
          <a:p>
            <a:r>
              <a:t>Flutter widgets: Scaffold, SafeArea, SingleChildScrollView, Column, Row, Container,GestureDetector</a:t>
            </a:r>
          </a:p>
          <a:p>
            <a:r>
              <a:t>Custom paint: TatumLogoWidget with _TatumIconPainter (4-tile logo)</a:t>
            </a:r>
          </a:p>
          <a:p>
            <a:r>
              <a:t>Reusable tiles: _QuickActionTile, _TransactionTile — stateless widgets</a:t>
            </a:r>
          </a:p>
          <a:p>
            <a:r>
              <a:t>BottomNavigationBar with 5 tabs, custom icon containers with active-state yellow highlight</a:t>
            </a:r>
          </a:p>
          <a:p>
            <a:r>
              <a:t>Responsive Flex layouts: Expanded, Flexible, ConstrainedBox for varied screen sizes</a:t>
            </a:r>
          </a:p>
          <a:p>
            <a:r>
              <a:rPr b="1">
                <a:solidFill>
                  <a:srgbClr val="0B192C"/>
                </a:solidFill>
              </a:rPr>
              <a:t>B. API Integration (Data Layer)</a:t>
            </a:r>
          </a:p>
          <a:p>
            <a:r>
              <a:t>HttpAuthRepository implements AuthRepository interface — clean separation of contract vs implementation</a:t>
            </a:r>
          </a:p>
          <a:p>
            <a:r>
              <a:t>APIRoute class: centralized endpoint strings (baseUrl, Auth/*, Notifications/*, Products/*, Transactions/*)</a:t>
            </a:r>
          </a:p>
          <a:p>
            <a:r>
              <a:t>ResponseHandler: maps HTTP responses → domain models, throws typed exceptions</a:t>
            </a:r>
          </a:p>
          <a:p>
            <a:r>
              <a:t>SharedPreferences: persists auth_token locally for session restore</a:t>
            </a:r>
          </a:p>
          <a:p>
            <a:r>
              <a:rPr b="1">
                <a:solidFill>
                  <a:srgbClr val="0B192C"/>
                </a:solidFill>
              </a:rPr>
              <a:t>C. State Management (Provider)</a:t>
            </a:r>
          </a:p>
          <a:p>
            <a:r>
              <a:t>AuthProvider extends ChangeNotifier — single source of truth for user session</a:t>
            </a:r>
          </a:p>
          <a:p>
            <a:r>
              <a:t>ViewState enum: idle / loading / success / empty / error — drives UI reaction</a:t>
            </a:r>
          </a:p>
          <a:p>
            <a:r>
              <a:t>MultiProvider at app root wraps MyApp; Consumer&lt;AuthProvider&gt; drives home route</a:t>
            </a:r>
          </a:p>
          <a:p>
            <a:r>
              <a:t>Field-level validation errors mapped from ValidationException into TextField errorText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Code Deep-Dive —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DashboardScreen: main hub with balance card, quick actions, recent transactions, bottom nav</a:t>
            </a:r>
          </a:p>
          <a:p>
            <a:r>
              <a:t>_QuickActionTile: stateless widget — icon + label, tap handler</a:t>
            </a:r>
          </a:p>
          <a:p>
            <a:r>
              <a:t>_TransactionTile: InkWell row with icon circle, title, date, amount, status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Code Deep-Dive —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APIRoute: all endpoints in one file — Auth, Notifications, Products, Transactions, Users</a:t>
            </a:r>
          </a:p>
          <a:p>
            <a:r>
              <a:t>HttpAuthRepository: POST/GET with Bearer token, persists token via SharedPreferences</a:t>
            </a:r>
          </a:p>
          <a:p>
            <a:r>
              <a:t>restoreSession(): reads token from prefs, calls /Auth/me, returns User or null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Code Deep-Dive — 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AuthProvider: ChangeNotifier with _user, loginState, registerState, errorMessage, fieldErrors</a:t>
            </a:r>
          </a:p>
          <a:p>
            <a:r>
              <a:t>login(email, password) → _repo.login() → ViewState.loading → success/error → notifyListeners()</a:t>
            </a:r>
          </a:p>
          <a:p>
            <a:r>
              <a:t>bootstrap(): called at app start — attempts session restore from stored token</a:t>
            </a:r>
          </a:p>
          <a:p>
            <a:r>
              <a:t>logout(): clears _user, resets state, calls _repo.logout(token)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Challenges &amp; Fixes —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CC0000"/>
                </a:solidFill>
              </a:rPr>
              <a:t>Challenge 1: Figma auto-layout vs Flutter widgets</a:t>
            </a:r>
          </a:p>
          <a:p>
            <a:r>
              <a:t>Figma uses auto-layout with flexbox-like behavior; Flutter uses Row/Column/Expanded/Flexible</a:t>
            </a:r>
          </a:p>
          <a:p>
            <a:r>
              <a:t>Fix: Replaced Figma spacer frames with SizedBox(height: X) and Spacer() widgets; used Expanded/Flexible for proportional sizing</a:t>
            </a:r>
          </a:p>
          <a:p>
            <a:r>
              <a:rPr b="1">
                <a:solidFill>
                  <a:srgbClr val="CC0000"/>
                </a:solidFill>
              </a:rPr>
              <a:t>Challenge 2: Consistent brand colors across 26 screens</a:t>
            </a:r>
          </a:p>
          <a:p>
            <a:r>
              <a:t>Risk of copy-pasting hex values and drifting from the design system</a:t>
            </a:r>
          </a:p>
          <a:p>
            <a:r>
              <a:t>Fix: Centralized in AppColors class (app_colors.dart) — primary=#FFC727, navy=#0B192C; AppTheme provides ThemeData with ColorScheme</a:t>
            </a:r>
          </a:p>
          <a:p>
            <a:r>
              <a:rPr b="1">
                <a:solidFill>
                  <a:srgbClr val="CC0000"/>
                </a:solidFill>
              </a:rPr>
              <a:t>Challenge 3: Bottom nav active-state highlight</a:t>
            </a:r>
          </a:p>
          <a:p>
            <a:r>
              <a:t>Default BottomNavigationBar doesn't support container backgrounds per item</a:t>
            </a:r>
          </a:p>
          <a:p>
            <a:r>
              <a:t>Fix: Built custom icon Container with BoxDecoration(color: index==selected ? yellow : transparent) — dashboard_screen.dart lines 620-628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Challenges &amp; Fixes —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CC0000"/>
                </a:solidFill>
              </a:rPr>
              <a:t>Challenge 1: Multiple API response shapes</a:t>
            </a:r>
          </a:p>
          <a:p>
            <a:r>
              <a:t>Backend returns user data nested under body['data'] in some endpoints, flat in others</a:t>
            </a:r>
          </a:p>
          <a:p>
            <a:r>
              <a:t>Fix: User.fromJson() handles both — checks json['user'] nested map, falls back to top-level; tries id/userId, name/(firstName+lastName) combos</a:t>
            </a:r>
          </a:p>
          <a:p>
            <a:r>
              <a:rPr b="1">
                <a:solidFill>
                  <a:srgbClr val="CC0000"/>
                </a:solidFill>
              </a:rPr>
              <a:t>Challenge 2: Token persistence &amp; session restore</a:t>
            </a:r>
          </a:p>
          <a:p>
            <a:r>
              <a:t>App needs to remember logged-in state across restarts; token must be refreshed or cleared on failure</a:t>
            </a:r>
          </a:p>
          <a:p>
            <a:r>
              <a:t>Fix: SharedPreferences stores auth_token; restoreSession() in HttpAuthRepository reads it, calls /Auth/me; on AppException clears token and returns null → AuthProvider.bootstrap() sets ViewState.error</a:t>
            </a:r>
          </a:p>
          <a:p>
            <a:r>
              <a:rPr b="1">
                <a:solidFill>
                  <a:srgbClr val="CC0000"/>
                </a:solidFill>
              </a:rPr>
              <a:t>Challenge 3: Typed error handling across async calls</a:t>
            </a:r>
          </a:p>
          <a:p>
            <a:r>
              <a:t>Raw HTTP errors don't tell UI what went wrong</a:t>
            </a:r>
          </a:p>
          <a:p>
            <a:r>
              <a:t>Fix: sealed class AppException with NetworkException, UnauthorisedException, ValidationException (with fieldErrors map), TimeoutException, ServerException — each caught in AuthProvider._run() and mapped to ViewState.error + errorMessage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Challenges &amp; Fixes — 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CC0000"/>
                </a:solidFill>
              </a:rPr>
              <a:t>Challenge 1: Loading state during async auth flows</a:t>
            </a:r>
          </a:p>
          <a:p>
            <a:r>
              <a:t>Login/register/OTP all async — UI needs to show spinner and disable button during call</a:t>
            </a:r>
          </a:p>
          <a:p>
            <a:r>
              <a:t>Fix: ViewState enum drives UI: loginState==ViewState.loading → ElevatedButton shows CircularProgressIndicator, onPressed=null (login_screen.dart:331-339)</a:t>
            </a:r>
          </a:p>
          <a:p>
            <a:r>
              <a:rPr b="1">
                <a:solidFill>
                  <a:srgbClr val="CC0000"/>
                </a:solidFill>
              </a:rPr>
              <a:t>Challenge 2: Field-level validation errors from backend</a:t>
            </a:r>
          </a:p>
          <a:p>
            <a:r>
              <a:t>Backend returns per-field errors (email: 'Invalid format', password: 'Too short')</a:t>
            </a:r>
          </a:p>
          <a:p>
            <a:r>
              <a:t>Fix: ValidationException carries Map&lt;String,String&gt; errors; AuthProvider stores in fieldErrors; TextField errorText: auth.fieldError('email') (login_screen.dart:173,208)</a:t>
            </a:r>
          </a:p>
          <a:p>
            <a:r>
              <a:rPr b="1">
                <a:solidFill>
                  <a:srgbClr val="CC0000"/>
                </a:solidFill>
              </a:rPr>
              <a:t>Challenge 3: Biometric login without re-entering password</a:t>
            </a:r>
          </a:p>
          <a:p>
            <a:r>
              <a:t>Device biometrics (fingerprint/face) available but app needs a valid token to restore session</a:t>
            </a:r>
          </a:p>
          <a:p>
            <a:r>
              <a:t>Fix: _handleBiometricLogin() checks localAuth.canCheckBiometrics → authenticates → reads stored auth_token from prefs → calls auth.bootstrap() → if isLoggedIn, pushes /home route (login_screen.dart:60-107)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0B192C"/>
                </a:solidFill>
              </a:rPr>
              <a:t>What we'll show:</a:t>
            </a:r>
          </a:p>
          <a:p>
            <a:r>
              <a:t>1. App launch → Tatum logo (CustomPaint 4-tile animation) → Landing screen</a:t>
            </a:r>
          </a:p>
          <a:p>
            <a:r>
              <a:t>2. Sign In flow: email + password → loading spinner → dashboard</a:t>
            </a:r>
          </a:p>
          <a:p>
            <a:r>
              <a:t>3. Dashboard: balance card (toggle visibility), quick actions grid, recent transactions, bottom nav switching</a:t>
            </a:r>
          </a:p>
          <a:p>
            <a:r>
              <a:t>4. Buy Airtime flow: select network → confirm → payment method → success</a:t>
            </a:r>
          </a:p>
          <a:p>
            <a:r>
              <a:t>5. Biometric login: fingerprint button → authenticate → bypass password</a:t>
            </a:r>
          </a:p>
          <a:p>
            <a:r>
              <a:t>6. Logout → session cleared → redirected to landing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Tatum Bank — Figma to Flutter conversion complete</a:t>
            </a:r>
          </a:p>
          <a:p>
            <a:r>
              <a:t>26 screens · 6 modules · Clean architecture: UI / Data / Domain layers</a:t>
            </a:r>
          </a:p>
          <a:p>
            <a:r>
              <a:t>Provider + ChangeNotifier for state · Http + SharedPreferences for data</a:t>
            </a:r>
          </a:p>
          <a:p>
            <a:r>
              <a:t>Questions?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Tatum Bank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1338</Words>
  <Application>Microsoft Office PowerPoint</Application>
  <PresentationFormat>Widescreen</PresentationFormat>
  <Paragraphs>100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Tatum Bank</vt:lpstr>
      <vt:lpstr>1. The Problem</vt:lpstr>
      <vt:lpstr>2. Figma Mobile App — Full Overview</vt:lpstr>
      <vt:lpstr>PowerPoint Presentation</vt:lpstr>
      <vt:lpstr>3. Architecture Walkthrough</vt:lpstr>
      <vt:lpstr>4. Code Deep-Dive — Layout</vt:lpstr>
      <vt:lpstr>5. Code Deep-Dive — API Integration</vt:lpstr>
      <vt:lpstr>6. Code Deep-Dive — State Management</vt:lpstr>
      <vt:lpstr>7. Challenges &amp; Fixes — Layout</vt:lpstr>
      <vt:lpstr>8. Challenges &amp; Fixes — API Integration</vt:lpstr>
      <vt:lpstr>9. Challenges &amp; Fixes — State Management</vt:lpstr>
      <vt:lpstr>10. Live Demo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Tatum Bank</dc:title>
  <dc:subject/>
  <dc:creator/>
  <cp:keywords/>
  <dc:description>generated using python-pptx</dc:description>
  <cp:lastModifiedBy>Ogheneovo Gbagbeke</cp:lastModifiedBy>
  <cp:revision>2</cp:revision>
  <dcterms:created xsi:type="dcterms:W3CDTF">2013-01-27T09:14:16Z</dcterms:created>
  <dcterms:modified xsi:type="dcterms:W3CDTF">2026-09-17T15:01:01Z</dcterms:modified>
  <cp:category/>
</cp:coreProperties>
</file>